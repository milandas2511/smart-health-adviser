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D7244-B501-4FE1-93FF-D218F7FD59C4}" type="doc">
      <dgm:prSet loTypeId="urn:microsoft.com/office/officeart/2005/8/layout/process1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EA8A121-3995-436B-A916-8B480C95855D}">
      <dgm:prSet phldrT="[Text]" custT="1"/>
      <dgm:spPr/>
      <dgm:t>
        <a:bodyPr/>
        <a:lstStyle/>
        <a:p>
          <a:r>
            <a:rPr lang="en-IN" sz="3200" dirty="0"/>
            <a:t>User inputs symptoms </a:t>
          </a:r>
        </a:p>
      </dgm:t>
    </dgm:pt>
    <dgm:pt modelId="{24A1FCA1-778F-43D7-A416-61CA83326B03}" type="parTrans" cxnId="{ED3ECA04-2648-426A-A008-AA103853E0FC}">
      <dgm:prSet/>
      <dgm:spPr/>
      <dgm:t>
        <a:bodyPr/>
        <a:lstStyle/>
        <a:p>
          <a:endParaRPr lang="en-IN"/>
        </a:p>
      </dgm:t>
    </dgm:pt>
    <dgm:pt modelId="{1A8F8C98-B1DC-4518-8046-3EE9C46ADC1B}" type="sibTrans" cxnId="{ED3ECA04-2648-426A-A008-AA103853E0FC}">
      <dgm:prSet/>
      <dgm:spPr/>
      <dgm:t>
        <a:bodyPr/>
        <a:lstStyle/>
        <a:p>
          <a:endParaRPr lang="en-IN"/>
        </a:p>
      </dgm:t>
    </dgm:pt>
    <dgm:pt modelId="{9E1072C9-F3D3-4381-9ACF-73F50CCDBF8D}">
      <dgm:prSet phldrT="[Text]" custT="1"/>
      <dgm:spPr/>
      <dgm:t>
        <a:bodyPr/>
        <a:lstStyle/>
        <a:p>
          <a:r>
            <a:rPr lang="en-IN" sz="3200" kern="1200" dirty="0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 Data </a:t>
          </a:r>
          <a:r>
            <a:rPr lang="en-IN" sz="3200" kern="1200" dirty="0" err="1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Preprocessed</a:t>
          </a:r>
          <a:endParaRPr lang="en-IN" sz="3200" kern="1200" dirty="0">
            <a:solidFill>
              <a:prstClr val="white"/>
            </a:solidFill>
            <a:latin typeface="Trebuchet MS" panose="020B0603020202020204"/>
            <a:ea typeface="+mn-ea"/>
            <a:cs typeface="+mn-cs"/>
          </a:endParaRPr>
        </a:p>
      </dgm:t>
    </dgm:pt>
    <dgm:pt modelId="{2C85DC0A-AF69-4B59-8E18-B5CB864BEDAC}" type="parTrans" cxnId="{00F7FB1B-DC52-4563-85E3-80E8910BF0BF}">
      <dgm:prSet/>
      <dgm:spPr/>
      <dgm:t>
        <a:bodyPr/>
        <a:lstStyle/>
        <a:p>
          <a:endParaRPr lang="en-IN"/>
        </a:p>
      </dgm:t>
    </dgm:pt>
    <dgm:pt modelId="{BF37304E-BFE8-46BB-B9A4-077847995D15}" type="sibTrans" cxnId="{00F7FB1B-DC52-4563-85E3-80E8910BF0BF}">
      <dgm:prSet/>
      <dgm:spPr/>
      <dgm:t>
        <a:bodyPr/>
        <a:lstStyle/>
        <a:p>
          <a:endParaRPr lang="en-IN"/>
        </a:p>
      </dgm:t>
    </dgm:pt>
    <dgm:pt modelId="{00A48FAC-0B37-49A1-A231-08650465885F}">
      <dgm:prSet phldrT="[Text]" custT="1"/>
      <dgm:spPr/>
      <dgm:t>
        <a:bodyPr/>
        <a:lstStyle/>
        <a:p>
          <a:r>
            <a:rPr lang="en-US" sz="3200" kern="1200" dirty="0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Neural Network predicts possible diseases</a:t>
          </a:r>
          <a:endParaRPr lang="en-IN" sz="3200" kern="1200" dirty="0">
            <a:solidFill>
              <a:prstClr val="white"/>
            </a:solidFill>
            <a:latin typeface="Trebuchet MS" panose="020B0603020202020204"/>
            <a:ea typeface="+mn-ea"/>
            <a:cs typeface="+mn-cs"/>
          </a:endParaRPr>
        </a:p>
      </dgm:t>
    </dgm:pt>
    <dgm:pt modelId="{25BAE436-833D-4977-95CA-658D03C8A15D}" type="parTrans" cxnId="{2CA07569-0AE3-4B14-B2FD-1537A1FA908F}">
      <dgm:prSet/>
      <dgm:spPr/>
      <dgm:t>
        <a:bodyPr/>
        <a:lstStyle/>
        <a:p>
          <a:endParaRPr lang="en-IN"/>
        </a:p>
      </dgm:t>
    </dgm:pt>
    <dgm:pt modelId="{10C66C96-E05B-4C15-B24A-5E05C16A329F}" type="sibTrans" cxnId="{2CA07569-0AE3-4B14-B2FD-1537A1FA908F}">
      <dgm:prSet/>
      <dgm:spPr/>
      <dgm:t>
        <a:bodyPr/>
        <a:lstStyle/>
        <a:p>
          <a:endParaRPr lang="en-IN"/>
        </a:p>
      </dgm:t>
    </dgm:pt>
    <dgm:pt modelId="{E10310D6-3926-4B59-B1BC-F9BC2FD5999B}">
      <dgm:prSet phldrT="[Text]" custT="1"/>
      <dgm:spPr/>
      <dgm:t>
        <a:bodyPr/>
        <a:lstStyle/>
        <a:p>
          <a:r>
            <a:rPr lang="en-IN" sz="3200" dirty="0"/>
            <a:t>System displays results </a:t>
          </a:r>
        </a:p>
      </dgm:t>
    </dgm:pt>
    <dgm:pt modelId="{DD3CEBB5-8131-4863-AF15-3ECB70BFE3AF}" type="parTrans" cxnId="{3EF0AFE2-AAAA-4C19-9452-637CE323EC14}">
      <dgm:prSet/>
      <dgm:spPr/>
      <dgm:t>
        <a:bodyPr/>
        <a:lstStyle/>
        <a:p>
          <a:endParaRPr lang="en-IN"/>
        </a:p>
      </dgm:t>
    </dgm:pt>
    <dgm:pt modelId="{9E666BD5-572A-463A-975B-C88551A78EB4}" type="sibTrans" cxnId="{3EF0AFE2-AAAA-4C19-9452-637CE323EC14}">
      <dgm:prSet/>
      <dgm:spPr/>
      <dgm:t>
        <a:bodyPr/>
        <a:lstStyle/>
        <a:p>
          <a:endParaRPr lang="en-IN"/>
        </a:p>
      </dgm:t>
    </dgm:pt>
    <dgm:pt modelId="{E5D342F9-CAEE-4AEC-98EE-3CDF4D691312}" type="pres">
      <dgm:prSet presAssocID="{CAED7244-B501-4FE1-93FF-D218F7FD59C4}" presName="Name0" presStyleCnt="0">
        <dgm:presLayoutVars>
          <dgm:dir/>
          <dgm:resizeHandles val="exact"/>
        </dgm:presLayoutVars>
      </dgm:prSet>
      <dgm:spPr/>
    </dgm:pt>
    <dgm:pt modelId="{B2A8CDAF-5070-4B5A-894C-8CFD6A9D3B94}" type="pres">
      <dgm:prSet presAssocID="{DEA8A121-3995-436B-A916-8B480C95855D}" presName="node" presStyleLbl="node1" presStyleIdx="0" presStyleCnt="4" custScaleX="176664">
        <dgm:presLayoutVars>
          <dgm:bulletEnabled val="1"/>
        </dgm:presLayoutVars>
      </dgm:prSet>
      <dgm:spPr/>
    </dgm:pt>
    <dgm:pt modelId="{1DD2CACE-B894-435E-A759-8F025A733932}" type="pres">
      <dgm:prSet presAssocID="{1A8F8C98-B1DC-4518-8046-3EE9C46ADC1B}" presName="sibTrans" presStyleLbl="sibTrans2D1" presStyleIdx="0" presStyleCnt="3"/>
      <dgm:spPr/>
    </dgm:pt>
    <dgm:pt modelId="{2FD09B00-4286-48FD-9D4C-DEBB85286740}" type="pres">
      <dgm:prSet presAssocID="{1A8F8C98-B1DC-4518-8046-3EE9C46ADC1B}" presName="connectorText" presStyleLbl="sibTrans2D1" presStyleIdx="0" presStyleCnt="3"/>
      <dgm:spPr/>
    </dgm:pt>
    <dgm:pt modelId="{53E3A99A-79C3-4ADB-9E0B-A86F048938C8}" type="pres">
      <dgm:prSet presAssocID="{9E1072C9-F3D3-4381-9ACF-73F50CCDBF8D}" presName="node" presStyleLbl="node1" presStyleIdx="1" presStyleCnt="4" custScaleX="220130" custScaleY="56364" custLinFactX="28127" custLinFactNeighborX="100000">
        <dgm:presLayoutVars>
          <dgm:bulletEnabled val="1"/>
        </dgm:presLayoutVars>
      </dgm:prSet>
      <dgm:spPr/>
    </dgm:pt>
    <dgm:pt modelId="{F4CE976B-F772-48B5-A9F9-F14467B3833E}" type="pres">
      <dgm:prSet presAssocID="{BF37304E-BFE8-46BB-B9A4-077847995D15}" presName="sibTrans" presStyleLbl="sibTrans2D1" presStyleIdx="1" presStyleCnt="3"/>
      <dgm:spPr/>
    </dgm:pt>
    <dgm:pt modelId="{8D0DF913-DC09-4CD1-9A85-A9A32405234F}" type="pres">
      <dgm:prSet presAssocID="{BF37304E-BFE8-46BB-B9A4-077847995D15}" presName="connectorText" presStyleLbl="sibTrans2D1" presStyleIdx="1" presStyleCnt="3"/>
      <dgm:spPr/>
    </dgm:pt>
    <dgm:pt modelId="{B9D2649A-591F-4046-926E-ED7F243F499B}" type="pres">
      <dgm:prSet presAssocID="{00A48FAC-0B37-49A1-A231-08650465885F}" presName="node" presStyleLbl="node1" presStyleIdx="2" presStyleCnt="4" custScaleX="309142" custLinFactX="100000" custLinFactNeighborX="137938">
        <dgm:presLayoutVars>
          <dgm:bulletEnabled val="1"/>
        </dgm:presLayoutVars>
      </dgm:prSet>
      <dgm:spPr/>
    </dgm:pt>
    <dgm:pt modelId="{9A57C97D-078C-4424-926F-D32633595D54}" type="pres">
      <dgm:prSet presAssocID="{10C66C96-E05B-4C15-B24A-5E05C16A329F}" presName="sibTrans" presStyleLbl="sibTrans2D1" presStyleIdx="2" presStyleCnt="3"/>
      <dgm:spPr/>
    </dgm:pt>
    <dgm:pt modelId="{447FB57E-E2DB-4502-8C5A-AEFAC57EB2A2}" type="pres">
      <dgm:prSet presAssocID="{10C66C96-E05B-4C15-B24A-5E05C16A329F}" presName="connectorText" presStyleLbl="sibTrans2D1" presStyleIdx="2" presStyleCnt="3"/>
      <dgm:spPr/>
    </dgm:pt>
    <dgm:pt modelId="{20C30BBC-9310-4069-8A1E-D2E7BAAAE87E}" type="pres">
      <dgm:prSet presAssocID="{E10310D6-3926-4B59-B1BC-F9BC2FD5999B}" presName="node" presStyleLbl="node1" presStyleIdx="3" presStyleCnt="4" custScaleX="199853" custScaleY="97486" custLinFactX="-91991" custLinFactY="28011" custLinFactNeighborX="-100000" custLinFactNeighborY="100000">
        <dgm:presLayoutVars>
          <dgm:bulletEnabled val="1"/>
        </dgm:presLayoutVars>
      </dgm:prSet>
      <dgm:spPr/>
    </dgm:pt>
  </dgm:ptLst>
  <dgm:cxnLst>
    <dgm:cxn modelId="{ED3ECA04-2648-426A-A008-AA103853E0FC}" srcId="{CAED7244-B501-4FE1-93FF-D218F7FD59C4}" destId="{DEA8A121-3995-436B-A916-8B480C95855D}" srcOrd="0" destOrd="0" parTransId="{24A1FCA1-778F-43D7-A416-61CA83326B03}" sibTransId="{1A8F8C98-B1DC-4518-8046-3EE9C46ADC1B}"/>
    <dgm:cxn modelId="{57DC3406-8267-4BEE-90A3-5CD47456C402}" type="presOf" srcId="{1A8F8C98-B1DC-4518-8046-3EE9C46ADC1B}" destId="{2FD09B00-4286-48FD-9D4C-DEBB85286740}" srcOrd="1" destOrd="0" presId="urn:microsoft.com/office/officeart/2005/8/layout/process1"/>
    <dgm:cxn modelId="{79F3FB11-CCD0-4112-A081-8689AFCC05F8}" type="presOf" srcId="{00A48FAC-0B37-49A1-A231-08650465885F}" destId="{B9D2649A-591F-4046-926E-ED7F243F499B}" srcOrd="0" destOrd="0" presId="urn:microsoft.com/office/officeart/2005/8/layout/process1"/>
    <dgm:cxn modelId="{6252BE14-D734-4752-A566-F13CF3698B84}" type="presOf" srcId="{E10310D6-3926-4B59-B1BC-F9BC2FD5999B}" destId="{20C30BBC-9310-4069-8A1E-D2E7BAAAE87E}" srcOrd="0" destOrd="0" presId="urn:microsoft.com/office/officeart/2005/8/layout/process1"/>
    <dgm:cxn modelId="{9A265A17-1519-4976-BD0C-CD37AC495D8E}" type="presOf" srcId="{1A8F8C98-B1DC-4518-8046-3EE9C46ADC1B}" destId="{1DD2CACE-B894-435E-A759-8F025A733932}" srcOrd="0" destOrd="0" presId="urn:microsoft.com/office/officeart/2005/8/layout/process1"/>
    <dgm:cxn modelId="{00F7FB1B-DC52-4563-85E3-80E8910BF0BF}" srcId="{CAED7244-B501-4FE1-93FF-D218F7FD59C4}" destId="{9E1072C9-F3D3-4381-9ACF-73F50CCDBF8D}" srcOrd="1" destOrd="0" parTransId="{2C85DC0A-AF69-4B59-8E18-B5CB864BEDAC}" sibTransId="{BF37304E-BFE8-46BB-B9A4-077847995D15}"/>
    <dgm:cxn modelId="{46411629-7162-451E-AE03-DF2519EE817E}" type="presOf" srcId="{9E1072C9-F3D3-4381-9ACF-73F50CCDBF8D}" destId="{53E3A99A-79C3-4ADB-9E0B-A86F048938C8}" srcOrd="0" destOrd="0" presId="urn:microsoft.com/office/officeart/2005/8/layout/process1"/>
    <dgm:cxn modelId="{2163D02A-681F-40A5-B451-CA7BA69B980E}" type="presOf" srcId="{10C66C96-E05B-4C15-B24A-5E05C16A329F}" destId="{9A57C97D-078C-4424-926F-D32633595D54}" srcOrd="0" destOrd="0" presId="urn:microsoft.com/office/officeart/2005/8/layout/process1"/>
    <dgm:cxn modelId="{7281BC36-0DFA-4252-AA5C-A68C02308C65}" type="presOf" srcId="{DEA8A121-3995-436B-A916-8B480C95855D}" destId="{B2A8CDAF-5070-4B5A-894C-8CFD6A9D3B94}" srcOrd="0" destOrd="0" presId="urn:microsoft.com/office/officeart/2005/8/layout/process1"/>
    <dgm:cxn modelId="{2CA07569-0AE3-4B14-B2FD-1537A1FA908F}" srcId="{CAED7244-B501-4FE1-93FF-D218F7FD59C4}" destId="{00A48FAC-0B37-49A1-A231-08650465885F}" srcOrd="2" destOrd="0" parTransId="{25BAE436-833D-4977-95CA-658D03C8A15D}" sibTransId="{10C66C96-E05B-4C15-B24A-5E05C16A329F}"/>
    <dgm:cxn modelId="{52C6A48D-DE8C-4AD3-B71B-A02039910166}" type="presOf" srcId="{BF37304E-BFE8-46BB-B9A4-077847995D15}" destId="{F4CE976B-F772-48B5-A9F9-F14467B3833E}" srcOrd="0" destOrd="0" presId="urn:microsoft.com/office/officeart/2005/8/layout/process1"/>
    <dgm:cxn modelId="{83957EA4-5856-4E5F-A0D0-EEEE63C4C1D3}" type="presOf" srcId="{10C66C96-E05B-4C15-B24A-5E05C16A329F}" destId="{447FB57E-E2DB-4502-8C5A-AEFAC57EB2A2}" srcOrd="1" destOrd="0" presId="urn:microsoft.com/office/officeart/2005/8/layout/process1"/>
    <dgm:cxn modelId="{3EF0AFE2-AAAA-4C19-9452-637CE323EC14}" srcId="{CAED7244-B501-4FE1-93FF-D218F7FD59C4}" destId="{E10310D6-3926-4B59-B1BC-F9BC2FD5999B}" srcOrd="3" destOrd="0" parTransId="{DD3CEBB5-8131-4863-AF15-3ECB70BFE3AF}" sibTransId="{9E666BD5-572A-463A-975B-C88551A78EB4}"/>
    <dgm:cxn modelId="{6B150AE3-BC84-4472-BD2F-93A3C8B8BD4A}" type="presOf" srcId="{BF37304E-BFE8-46BB-B9A4-077847995D15}" destId="{8D0DF913-DC09-4CD1-9A85-A9A32405234F}" srcOrd="1" destOrd="0" presId="urn:microsoft.com/office/officeart/2005/8/layout/process1"/>
    <dgm:cxn modelId="{C71426EE-1A03-425C-A284-EED962D3D11B}" type="presOf" srcId="{CAED7244-B501-4FE1-93FF-D218F7FD59C4}" destId="{E5D342F9-CAEE-4AEC-98EE-3CDF4D691312}" srcOrd="0" destOrd="0" presId="urn:microsoft.com/office/officeart/2005/8/layout/process1"/>
    <dgm:cxn modelId="{B37A9D61-6655-4218-85A5-83C91778F8F2}" type="presParOf" srcId="{E5D342F9-CAEE-4AEC-98EE-3CDF4D691312}" destId="{B2A8CDAF-5070-4B5A-894C-8CFD6A9D3B94}" srcOrd="0" destOrd="0" presId="urn:microsoft.com/office/officeart/2005/8/layout/process1"/>
    <dgm:cxn modelId="{EF5F6C9E-C203-4010-8035-C370662FC250}" type="presParOf" srcId="{E5D342F9-CAEE-4AEC-98EE-3CDF4D691312}" destId="{1DD2CACE-B894-435E-A759-8F025A733932}" srcOrd="1" destOrd="0" presId="urn:microsoft.com/office/officeart/2005/8/layout/process1"/>
    <dgm:cxn modelId="{EE2FCB0A-2D26-4469-899F-2E2931629304}" type="presParOf" srcId="{1DD2CACE-B894-435E-A759-8F025A733932}" destId="{2FD09B00-4286-48FD-9D4C-DEBB85286740}" srcOrd="0" destOrd="0" presId="urn:microsoft.com/office/officeart/2005/8/layout/process1"/>
    <dgm:cxn modelId="{03033C08-1EAD-4C93-AA34-DB8865016D57}" type="presParOf" srcId="{E5D342F9-CAEE-4AEC-98EE-3CDF4D691312}" destId="{53E3A99A-79C3-4ADB-9E0B-A86F048938C8}" srcOrd="2" destOrd="0" presId="urn:microsoft.com/office/officeart/2005/8/layout/process1"/>
    <dgm:cxn modelId="{046D901A-7AE4-4536-B34D-816F5AC5E566}" type="presParOf" srcId="{E5D342F9-CAEE-4AEC-98EE-3CDF4D691312}" destId="{F4CE976B-F772-48B5-A9F9-F14467B3833E}" srcOrd="3" destOrd="0" presId="urn:microsoft.com/office/officeart/2005/8/layout/process1"/>
    <dgm:cxn modelId="{1B2D26C1-657F-45C0-9323-2D1ABE97BF1D}" type="presParOf" srcId="{F4CE976B-F772-48B5-A9F9-F14467B3833E}" destId="{8D0DF913-DC09-4CD1-9A85-A9A32405234F}" srcOrd="0" destOrd="0" presId="urn:microsoft.com/office/officeart/2005/8/layout/process1"/>
    <dgm:cxn modelId="{F60ADE10-E3AB-40E2-A2EF-3CFF9AACD9BB}" type="presParOf" srcId="{E5D342F9-CAEE-4AEC-98EE-3CDF4D691312}" destId="{B9D2649A-591F-4046-926E-ED7F243F499B}" srcOrd="4" destOrd="0" presId="urn:microsoft.com/office/officeart/2005/8/layout/process1"/>
    <dgm:cxn modelId="{3F29F410-6546-4E3D-BE65-974FDF865135}" type="presParOf" srcId="{E5D342F9-CAEE-4AEC-98EE-3CDF4D691312}" destId="{9A57C97D-078C-4424-926F-D32633595D54}" srcOrd="5" destOrd="0" presId="urn:microsoft.com/office/officeart/2005/8/layout/process1"/>
    <dgm:cxn modelId="{BF81FFFE-5DCA-4156-817A-17DBA8149F87}" type="presParOf" srcId="{9A57C97D-078C-4424-926F-D32633595D54}" destId="{447FB57E-E2DB-4502-8C5A-AEFAC57EB2A2}" srcOrd="0" destOrd="0" presId="urn:microsoft.com/office/officeart/2005/8/layout/process1"/>
    <dgm:cxn modelId="{6B988F17-EC96-4D2E-832F-48A5060AB8F0}" type="presParOf" srcId="{E5D342F9-CAEE-4AEC-98EE-3CDF4D691312}" destId="{20C30BBC-9310-4069-8A1E-D2E7BAAAE87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8CDAF-5070-4B5A-894C-8CFD6A9D3B94}">
      <dsp:nvSpPr>
        <dsp:cNvPr id="0" name=""/>
        <dsp:cNvSpPr/>
      </dsp:nvSpPr>
      <dsp:spPr>
        <a:xfrm>
          <a:off x="9543" y="3313056"/>
          <a:ext cx="1893342" cy="20722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User inputs symptoms </a:t>
          </a:r>
        </a:p>
      </dsp:txBody>
      <dsp:txXfrm>
        <a:off x="64997" y="3368510"/>
        <a:ext cx="1782434" cy="1961353"/>
      </dsp:txXfrm>
    </dsp:sp>
    <dsp:sp modelId="{1DD2CACE-B894-435E-A759-8F025A733932}">
      <dsp:nvSpPr>
        <dsp:cNvPr id="0" name=""/>
        <dsp:cNvSpPr/>
      </dsp:nvSpPr>
      <dsp:spPr>
        <a:xfrm>
          <a:off x="2192590" y="4216294"/>
          <a:ext cx="614173" cy="2657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192590" y="4269451"/>
        <a:ext cx="534437" cy="159472"/>
      </dsp:txXfrm>
    </dsp:sp>
    <dsp:sp modelId="{53E3A99A-79C3-4ADB-9E0B-A86F048938C8}">
      <dsp:nvSpPr>
        <dsp:cNvPr id="0" name=""/>
        <dsp:cNvSpPr/>
      </dsp:nvSpPr>
      <dsp:spPr>
        <a:xfrm>
          <a:off x="3061704" y="3765182"/>
          <a:ext cx="2359176" cy="11680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 Data </a:t>
          </a:r>
          <a:r>
            <a:rPr lang="en-IN" sz="3200" kern="1200" dirty="0" err="1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Preprocessed</a:t>
          </a:r>
          <a:endParaRPr lang="en-IN" sz="3200" kern="1200" dirty="0">
            <a:solidFill>
              <a:prstClr val="white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3095914" y="3799392"/>
        <a:ext cx="2290756" cy="1099589"/>
      </dsp:txXfrm>
    </dsp:sp>
    <dsp:sp modelId="{F4CE976B-F772-48B5-A9F9-F14467B3833E}">
      <dsp:nvSpPr>
        <dsp:cNvPr id="0" name=""/>
        <dsp:cNvSpPr/>
      </dsp:nvSpPr>
      <dsp:spPr>
        <a:xfrm>
          <a:off x="5761281" y="4216294"/>
          <a:ext cx="721648" cy="2657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761281" y="4269451"/>
        <a:ext cx="641912" cy="159472"/>
      </dsp:txXfrm>
    </dsp:sp>
    <dsp:sp modelId="{B9D2649A-591F-4046-926E-ED7F243F499B}">
      <dsp:nvSpPr>
        <dsp:cNvPr id="0" name=""/>
        <dsp:cNvSpPr/>
      </dsp:nvSpPr>
      <dsp:spPr>
        <a:xfrm>
          <a:off x="6782481" y="3313056"/>
          <a:ext cx="3313135" cy="2072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prstClr val="white"/>
              </a:solidFill>
              <a:latin typeface="Trebuchet MS" panose="020B0603020202020204"/>
              <a:ea typeface="+mn-ea"/>
              <a:cs typeface="+mn-cs"/>
            </a:rPr>
            <a:t>Neural Network predicts possible diseases</a:t>
          </a:r>
          <a:endParaRPr lang="en-IN" sz="3200" kern="1200" dirty="0">
            <a:solidFill>
              <a:prstClr val="white"/>
            </a:solidFill>
            <a:latin typeface="Trebuchet MS" panose="020B0603020202020204"/>
            <a:ea typeface="+mn-ea"/>
            <a:cs typeface="+mn-cs"/>
          </a:endParaRPr>
        </a:p>
      </dsp:txBody>
      <dsp:txXfrm>
        <a:off x="6843175" y="3373750"/>
        <a:ext cx="3191747" cy="1950873"/>
      </dsp:txXfrm>
    </dsp:sp>
    <dsp:sp modelId="{9A57C97D-078C-4424-926F-D32633595D54}">
      <dsp:nvSpPr>
        <dsp:cNvPr id="0" name=""/>
        <dsp:cNvSpPr/>
      </dsp:nvSpPr>
      <dsp:spPr>
        <a:xfrm rot="5298207">
          <a:off x="8318194" y="5564777"/>
          <a:ext cx="321591" cy="2657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8356882" y="5578083"/>
        <a:ext cx="241855" cy="159472"/>
      </dsp:txXfrm>
    </dsp:sp>
    <dsp:sp modelId="{20C30BBC-9310-4069-8A1E-D2E7BAAAE87E}">
      <dsp:nvSpPr>
        <dsp:cNvPr id="0" name=""/>
        <dsp:cNvSpPr/>
      </dsp:nvSpPr>
      <dsp:spPr>
        <a:xfrm>
          <a:off x="7446688" y="5991828"/>
          <a:ext cx="2141863" cy="20201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System displays results </a:t>
          </a:r>
        </a:p>
      </dsp:txBody>
      <dsp:txXfrm>
        <a:off x="7505857" y="6050997"/>
        <a:ext cx="2023525" cy="1901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F0E582-EC90-C072-15DD-3D9614C9F606}"/>
              </a:ext>
            </a:extLst>
          </p:cNvPr>
          <p:cNvSpPr/>
          <p:nvPr/>
        </p:nvSpPr>
        <p:spPr>
          <a:xfrm>
            <a:off x="707951" y="41255"/>
            <a:ext cx="9733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all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samsung</a:t>
            </a:r>
            <a:r>
              <a:rPr lang="en-US" sz="5400" b="0" cap="all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innovation campus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0636F-67AE-EBD4-8B7C-7A513D6AB361}"/>
              </a:ext>
            </a:extLst>
          </p:cNvPr>
          <p:cNvSpPr/>
          <p:nvPr/>
        </p:nvSpPr>
        <p:spPr>
          <a:xfrm>
            <a:off x="1346505" y="1165967"/>
            <a:ext cx="84199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/>
                <a:solidFill>
                  <a:schemeClr val="accent3"/>
                </a:solidFill>
              </a:rPr>
              <a:t>artificial intelligence</a:t>
            </a:r>
            <a:endParaRPr lang="en-US" sz="5400" b="1" cap="all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351E3B-A4D9-2036-81FD-A50EE2B1770E}"/>
              </a:ext>
            </a:extLst>
          </p:cNvPr>
          <p:cNvSpPr/>
          <p:nvPr/>
        </p:nvSpPr>
        <p:spPr>
          <a:xfrm>
            <a:off x="463048" y="2757023"/>
            <a:ext cx="973369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NAME-	MILAN DAS</a:t>
            </a:r>
          </a:p>
          <a:p>
            <a:r>
              <a:rPr lang="en-US" sz="4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								SUBRATA DOLAI</a:t>
            </a:r>
          </a:p>
          <a:p>
            <a:r>
              <a:rPr lang="en-US" sz="4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								KAMALASH SARKAR</a:t>
            </a:r>
          </a:p>
          <a:p>
            <a:r>
              <a:rPr lang="en-US" sz="4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								ANISH KUMAR DAS</a:t>
            </a:r>
            <a:endParaRPr lang="en-US" sz="4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4022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9321A3-DFF6-298C-80D7-AEF7918FF8A1}"/>
              </a:ext>
            </a:extLst>
          </p:cNvPr>
          <p:cNvSpPr/>
          <p:nvPr/>
        </p:nvSpPr>
        <p:spPr>
          <a:xfrm>
            <a:off x="1011478" y="2171807"/>
            <a:ext cx="857798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Smart Health Adviser </a:t>
            </a:r>
          </a:p>
          <a:p>
            <a:pPr algn="ctr"/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using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93300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A55D-57F8-D4F3-16F3-0F5CBB0E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52C23-F713-BF72-6D04-9DC61FC445DB}"/>
              </a:ext>
            </a:extLst>
          </p:cNvPr>
          <p:cNvSpPr/>
          <p:nvPr/>
        </p:nvSpPr>
        <p:spPr>
          <a:xfrm>
            <a:off x="3636981" y="105263"/>
            <a:ext cx="4881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7539D-B89A-3934-AA73-DB8B7553089A}"/>
              </a:ext>
            </a:extLst>
          </p:cNvPr>
          <p:cNvSpPr/>
          <p:nvPr/>
        </p:nvSpPr>
        <p:spPr>
          <a:xfrm>
            <a:off x="46301" y="1258828"/>
            <a:ext cx="11991372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Smart Health Adviser is an AI-powered system that uses Neural Networks to analyze user symptoms, predict possible diseases, and provide health recommendations for early diagnosis and preventive healthcare.</a:t>
            </a:r>
          </a:p>
        </p:txBody>
      </p:sp>
    </p:spTree>
    <p:extLst>
      <p:ext uri="{BB962C8B-B14F-4D97-AF65-F5344CB8AC3E}">
        <p14:creationId xmlns:p14="http://schemas.microsoft.com/office/powerpoint/2010/main" val="11514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2D87-68E4-95EF-5EF4-5145F38E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674AFA-120C-5E91-1FDB-C8E865E0BBB3}"/>
              </a:ext>
            </a:extLst>
          </p:cNvPr>
          <p:cNvSpPr/>
          <p:nvPr/>
        </p:nvSpPr>
        <p:spPr>
          <a:xfrm>
            <a:off x="4146736" y="105263"/>
            <a:ext cx="38619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all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0BE7ED-96C9-F4BF-0625-319CA912BBEB}"/>
              </a:ext>
            </a:extLst>
          </p:cNvPr>
          <p:cNvSpPr/>
          <p:nvPr/>
        </p:nvSpPr>
        <p:spPr>
          <a:xfrm>
            <a:off x="46301" y="1258828"/>
            <a:ext cx="11991372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design an intelligent health adviser using neural networks.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analyze patient symptoms for possible health issues.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suggest remedies and doctor consultation when required.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enhance accessibility of primary healthcare using AI.</a:t>
            </a:r>
          </a:p>
        </p:txBody>
      </p:sp>
    </p:spTree>
    <p:extLst>
      <p:ext uri="{BB962C8B-B14F-4D97-AF65-F5344CB8AC3E}">
        <p14:creationId xmlns:p14="http://schemas.microsoft.com/office/powerpoint/2010/main" val="38253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8BA9-08BD-2587-951A-2409A2B7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8B742-F985-0DA6-2854-910C518E2ED6}"/>
              </a:ext>
            </a:extLst>
          </p:cNvPr>
          <p:cNvSpPr/>
          <p:nvPr/>
        </p:nvSpPr>
        <p:spPr>
          <a:xfrm>
            <a:off x="1946317" y="105263"/>
            <a:ext cx="73599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all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77E8F-1037-26A5-C8ED-1A9DAF74C66F}"/>
              </a:ext>
            </a:extLst>
          </p:cNvPr>
          <p:cNvSpPr/>
          <p:nvPr/>
        </p:nvSpPr>
        <p:spPr>
          <a:xfrm>
            <a:off x="46301" y="1258828"/>
            <a:ext cx="11991372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accent3">
                    <a:lumMod val="75000"/>
                  </a:schemeClr>
                </a:solidFill>
              </a:rPr>
              <a:t>Input Layer:</a:t>
            </a:r>
            <a:r>
              <a:rPr lang="en-US" sz="4400" dirty="0"/>
              <a:t> </a:t>
            </a:r>
            <a:r>
              <a:rPr lang="en-US" sz="3600" dirty="0"/>
              <a:t>Collects user symptoms</a:t>
            </a:r>
            <a:r>
              <a:rPr lang="en-US" sz="4000" dirty="0"/>
              <a:t>.</a:t>
            </a:r>
            <a:endParaRPr lang="en-US" sz="4000" dirty="0">
              <a:solidFill>
                <a:schemeClr val="accent3">
                  <a:lumMod val="75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accent3">
                    <a:lumMod val="75000"/>
                  </a:schemeClr>
                </a:solidFill>
              </a:rPr>
              <a:t>Hidden Layers:</a:t>
            </a:r>
            <a:r>
              <a:rPr lang="en-US" sz="4400" dirty="0"/>
              <a:t> </a:t>
            </a:r>
            <a:r>
              <a:rPr lang="en-US" sz="3600" dirty="0"/>
              <a:t>Neural Network processes and classifies data.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accent3">
                    <a:lumMod val="75000"/>
                  </a:schemeClr>
                </a:solidFill>
              </a:rPr>
              <a:t>Output Layer: </a:t>
            </a:r>
            <a:r>
              <a:rPr lang="en-US" sz="3600" dirty="0"/>
              <a:t>Predicts possible diseases and provides advice.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accent3">
                    <a:lumMod val="75000"/>
                  </a:schemeClr>
                </a:solidFill>
              </a:rPr>
              <a:t>Database: </a:t>
            </a:r>
            <a:r>
              <a:rPr lang="en-US" sz="3600" dirty="0"/>
              <a:t>Stores training data and health records.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1861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F8FA-2824-87E8-57AA-8051DB1AF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A887E1-F236-A54E-2F9B-77D19EFB5BD7}"/>
              </a:ext>
            </a:extLst>
          </p:cNvPr>
          <p:cNvSpPr/>
          <p:nvPr/>
        </p:nvSpPr>
        <p:spPr>
          <a:xfrm>
            <a:off x="3719367" y="105263"/>
            <a:ext cx="3813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all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52EA35A-662A-C5C6-E72C-DFDD746DCA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263888"/>
              </p:ext>
            </p:extLst>
          </p:nvPr>
        </p:nvGraphicFramePr>
        <p:xfrm>
          <a:off x="909255" y="-1863524"/>
          <a:ext cx="11012669" cy="869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74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7A30-18D9-C577-EBB4-DB8CBC21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8506C-0493-26E0-4451-B982A010B698}"/>
              </a:ext>
            </a:extLst>
          </p:cNvPr>
          <p:cNvSpPr/>
          <p:nvPr/>
        </p:nvSpPr>
        <p:spPr>
          <a:xfrm>
            <a:off x="3565510" y="105263"/>
            <a:ext cx="41215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all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Advantages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433EA-DC14-6FB8-242B-E0013E70B651}"/>
              </a:ext>
            </a:extLst>
          </p:cNvPr>
          <p:cNvSpPr/>
          <p:nvPr/>
        </p:nvSpPr>
        <p:spPr>
          <a:xfrm>
            <a:off x="46301" y="1258828"/>
            <a:ext cx="11991372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400" dirty="0"/>
              <a:t> Provides quick and preliminary health advice.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400" dirty="0"/>
              <a:t> Reduces hospital crowding for minor issues.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400" dirty="0"/>
              <a:t> Encourages early disease detection.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400" dirty="0"/>
              <a:t> Learns and improves over time with new data.</a:t>
            </a:r>
          </a:p>
          <a:p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375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FE02-8C6E-9F94-A437-04CBADA5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8A3560-2ADF-8CAD-94AE-33A3C6A36855}"/>
              </a:ext>
            </a:extLst>
          </p:cNvPr>
          <p:cNvSpPr/>
          <p:nvPr/>
        </p:nvSpPr>
        <p:spPr>
          <a:xfrm>
            <a:off x="162048" y="1999607"/>
            <a:ext cx="993107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3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2567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212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Das</dc:creator>
  <cp:lastModifiedBy>Milan Das</cp:lastModifiedBy>
  <cp:revision>1</cp:revision>
  <dcterms:created xsi:type="dcterms:W3CDTF">2025-11-04T04:51:37Z</dcterms:created>
  <dcterms:modified xsi:type="dcterms:W3CDTF">2025-11-04T05:27:18Z</dcterms:modified>
</cp:coreProperties>
</file>